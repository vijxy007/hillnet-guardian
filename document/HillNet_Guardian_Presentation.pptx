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70" r:id="rId4"/>
    <p:sldId id="258" r:id="rId5"/>
    <p:sldId id="260" r:id="rId6"/>
    <p:sldId id="264" r:id="rId7"/>
    <p:sldId id="266" r:id="rId8"/>
    <p:sldId id="26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0409" autoAdjust="0"/>
  </p:normalViewPr>
  <p:slideViewPr>
    <p:cSldViewPr snapToGrid="0">
      <p:cViewPr varScale="1">
        <p:scale>
          <a:sx n="57" d="100"/>
          <a:sy n="57" d="100"/>
        </p:scale>
        <p:origin x="992" y="52"/>
      </p:cViewPr>
      <p:guideLst>
        <p:guide orient="horz" pos="2160"/>
        <p:guide pos="3840"/>
      </p:guideLst>
    </p:cSldViewPr>
  </p:slideViewPr>
  <p:outlineViewPr>
    <p:cViewPr>
      <p:scale>
        <a:sx n="33" d="100"/>
        <a:sy n="33" d="100"/>
      </p:scale>
      <p:origin x="0" y="246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 T" userId="747b951085d2a4fc" providerId="LiveId" clId="{BB96B392-95D7-444F-A499-F9788B28BDCB}"/>
    <pc:docChg chg="custSel modSld">
      <pc:chgData name="Vijay T" userId="747b951085d2a4fc" providerId="LiveId" clId="{BB96B392-95D7-444F-A499-F9788B28BDCB}" dt="2026-06-08T15:28:11.645" v="65" actId="403"/>
      <pc:docMkLst>
        <pc:docMk/>
      </pc:docMkLst>
      <pc:sldChg chg="addSp delSp modSp mod">
        <pc:chgData name="Vijay T" userId="747b951085d2a4fc" providerId="LiveId" clId="{BB96B392-95D7-444F-A499-F9788B28BDCB}" dt="2026-06-08T15:28:11.645" v="65" actId="403"/>
        <pc:sldMkLst>
          <pc:docMk/>
          <pc:sldMk cId="922852664" sldId="256"/>
        </pc:sldMkLst>
        <pc:spChg chg="mod">
          <ac:chgData name="Vijay T" userId="747b951085d2a4fc" providerId="LiveId" clId="{BB96B392-95D7-444F-A499-F9788B28BDCB}" dt="2026-06-08T15:28:11.645" v="65" actId="403"/>
          <ac:spMkLst>
            <pc:docMk/>
            <pc:sldMk cId="922852664" sldId="256"/>
            <ac:spMk id="2" creationId="{40AE285E-696B-45C6-88A6-ED02D666EA1D}"/>
          </ac:spMkLst>
        </pc:spChg>
        <pc:spChg chg="del">
          <ac:chgData name="Vijay T" userId="747b951085d2a4fc" providerId="LiveId" clId="{BB96B392-95D7-444F-A499-F9788B28BDCB}" dt="2026-06-08T15:26:18.702" v="10" actId="478"/>
          <ac:spMkLst>
            <pc:docMk/>
            <pc:sldMk cId="922852664" sldId="256"/>
            <ac:spMk id="3" creationId="{C75A1701-E3B7-4208-9C2E-93374753CD8A}"/>
          </ac:spMkLst>
        </pc:spChg>
        <pc:spChg chg="del">
          <ac:chgData name="Vijay T" userId="747b951085d2a4fc" providerId="LiveId" clId="{BB96B392-95D7-444F-A499-F9788B28BDCB}" dt="2026-06-08T15:26:05.482" v="1" actId="478"/>
          <ac:spMkLst>
            <pc:docMk/>
            <pc:sldMk cId="922852664" sldId="256"/>
            <ac:spMk id="6" creationId="{41250283-C855-BF28-E007-B77A80DD7AFE}"/>
          </ac:spMkLst>
        </pc:spChg>
        <pc:spChg chg="add del mod">
          <ac:chgData name="Vijay T" userId="747b951085d2a4fc" providerId="LiveId" clId="{BB96B392-95D7-444F-A499-F9788B28BDCB}" dt="2026-06-08T15:26:20.812" v="11" actId="478"/>
          <ac:spMkLst>
            <pc:docMk/>
            <pc:sldMk cId="922852664" sldId="256"/>
            <ac:spMk id="7" creationId="{161964CD-4B2C-6DF8-5445-DF632EC7F2B9}"/>
          </ac:spMkLst>
        </pc:spChg>
        <pc:spChg chg="del">
          <ac:chgData name="Vijay T" userId="747b951085d2a4fc" providerId="LiveId" clId="{BB96B392-95D7-444F-A499-F9788B28BDCB}" dt="2026-06-08T15:26:08.121" v="2" actId="478"/>
          <ac:spMkLst>
            <pc:docMk/>
            <pc:sldMk cId="922852664" sldId="256"/>
            <ac:spMk id="8" creationId="{2B9A9DBF-283A-5C45-B99B-19C346A09E8C}"/>
          </ac:spMkLst>
        </pc:spChg>
        <pc:spChg chg="add mod">
          <ac:chgData name="Vijay T" userId="747b951085d2a4fc" providerId="LiveId" clId="{BB96B392-95D7-444F-A499-F9788B28BDCB}" dt="2026-06-08T15:27:54.119" v="57" actId="113"/>
          <ac:spMkLst>
            <pc:docMk/>
            <pc:sldMk cId="922852664" sldId="256"/>
            <ac:spMk id="10" creationId="{6749E97A-77CD-C454-A54B-A4F6F6D771E1}"/>
          </ac:spMkLst>
        </pc:spChg>
        <pc:picChg chg="del">
          <ac:chgData name="Vijay T" userId="747b951085d2a4fc" providerId="LiveId" clId="{BB96B392-95D7-444F-A499-F9788B28BDCB}" dt="2026-06-08T15:26:02.479" v="0" actId="478"/>
          <ac:picMkLst>
            <pc:docMk/>
            <pc:sldMk cId="922852664" sldId="256"/>
            <ac:picMk id="4" creationId="{578E5200-C97E-0365-F4F2-2BEB23026BEA}"/>
          </ac:picMkLst>
        </pc:picChg>
        <pc:picChg chg="del">
          <ac:chgData name="Vijay T" userId="747b951085d2a4fc" providerId="LiveId" clId="{BB96B392-95D7-444F-A499-F9788B28BDCB}" dt="2026-06-08T15:26:09.472" v="3" actId="478"/>
          <ac:picMkLst>
            <pc:docMk/>
            <pc:sldMk cId="922852664" sldId="256"/>
            <ac:picMk id="9" creationId="{466A6254-1674-86B3-9C9F-5329C45F9A14}"/>
          </ac:picMkLst>
        </pc:picChg>
      </pc:sldChg>
      <pc:sldChg chg="modSp mod">
        <pc:chgData name="Vijay T" userId="747b951085d2a4fc" providerId="LiveId" clId="{BB96B392-95D7-444F-A499-F9788B28BDCB}" dt="2026-06-08T15:26:41.347" v="18" actId="20577"/>
        <pc:sldMkLst>
          <pc:docMk/>
          <pc:sldMk cId="272498247" sldId="267"/>
        </pc:sldMkLst>
        <pc:spChg chg="mod">
          <ac:chgData name="Vijay T" userId="747b951085d2a4fc" providerId="LiveId" clId="{BB96B392-95D7-444F-A499-F9788B28BDCB}" dt="2026-06-08T15:26:41.347" v="18" actId="20577"/>
          <ac:spMkLst>
            <pc:docMk/>
            <pc:sldMk cId="272498247" sldId="267"/>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28396-A7AA-43E1-802F-7A8F9F552C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333CF5C-DE86-4FB3-BC81-204D31DB90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0299F75-570C-402D-95AF-FF9DACB1FFE8}"/>
              </a:ext>
            </a:extLst>
          </p:cNvPr>
          <p:cNvSpPr>
            <a:spLocks noGrp="1"/>
          </p:cNvSpPr>
          <p:nvPr>
            <p:ph type="dt" sz="half" idx="10"/>
          </p:nvPr>
        </p:nvSpPr>
        <p:spPr/>
        <p:txBody>
          <a:bodyPr/>
          <a:lstStyle/>
          <a:p>
            <a:fld id="{F860C2AE-6E7C-4685-9B06-DE5C48EBA36E}" type="datetimeFigureOut">
              <a:rPr lang="en-IN" smtClean="0"/>
              <a:t>08-06-2026</a:t>
            </a:fld>
            <a:endParaRPr lang="en-IN"/>
          </a:p>
        </p:txBody>
      </p:sp>
      <p:sp>
        <p:nvSpPr>
          <p:cNvPr id="5" name="Footer Placeholder 4">
            <a:extLst>
              <a:ext uri="{FF2B5EF4-FFF2-40B4-BE49-F238E27FC236}">
                <a16:creationId xmlns:a16="http://schemas.microsoft.com/office/drawing/2014/main" id="{4F5858AD-B848-432A-B1A1-9CF7480087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DA5707-BF1B-453C-A6E8-36496A1DC5A4}"/>
              </a:ext>
            </a:extLst>
          </p:cNvPr>
          <p:cNvSpPr>
            <a:spLocks noGrp="1"/>
          </p:cNvSpPr>
          <p:nvPr>
            <p:ph type="sldNum" sz="quarter" idx="12"/>
          </p:nvPr>
        </p:nvSpPr>
        <p:spPr/>
        <p:txBody>
          <a:bodyPr/>
          <a:lstStyle/>
          <a:p>
            <a:fld id="{21F933C0-24C6-437B-9526-237DDBDD9C2C}" type="slidenum">
              <a:rPr lang="en-IN" smtClean="0"/>
              <a:t>‹#›</a:t>
            </a:fld>
            <a:endParaRPr lang="en-IN"/>
          </a:p>
        </p:txBody>
      </p:sp>
    </p:spTree>
    <p:extLst>
      <p:ext uri="{BB962C8B-B14F-4D97-AF65-F5344CB8AC3E}">
        <p14:creationId xmlns:p14="http://schemas.microsoft.com/office/powerpoint/2010/main" val="3000220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5CB74-C593-438E-B8F2-48D67FDC6E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16322F-7588-4965-B611-3C4F7206DF3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F91F12-6530-478F-948B-83E79DD11CFA}"/>
              </a:ext>
            </a:extLst>
          </p:cNvPr>
          <p:cNvSpPr>
            <a:spLocks noGrp="1"/>
          </p:cNvSpPr>
          <p:nvPr>
            <p:ph type="dt" sz="half" idx="10"/>
          </p:nvPr>
        </p:nvSpPr>
        <p:spPr/>
        <p:txBody>
          <a:bodyPr/>
          <a:lstStyle/>
          <a:p>
            <a:fld id="{F860C2AE-6E7C-4685-9B06-DE5C48EBA36E}" type="datetimeFigureOut">
              <a:rPr lang="en-IN" smtClean="0"/>
              <a:t>08-06-2026</a:t>
            </a:fld>
            <a:endParaRPr lang="en-IN"/>
          </a:p>
        </p:txBody>
      </p:sp>
      <p:sp>
        <p:nvSpPr>
          <p:cNvPr id="5" name="Footer Placeholder 4">
            <a:extLst>
              <a:ext uri="{FF2B5EF4-FFF2-40B4-BE49-F238E27FC236}">
                <a16:creationId xmlns:a16="http://schemas.microsoft.com/office/drawing/2014/main" id="{D7F0CD9C-1514-4D86-BF0A-6ABA5F6B7F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61C9F1-3AAC-48F6-BA55-22CB6DCE44B7}"/>
              </a:ext>
            </a:extLst>
          </p:cNvPr>
          <p:cNvSpPr>
            <a:spLocks noGrp="1"/>
          </p:cNvSpPr>
          <p:nvPr>
            <p:ph type="sldNum" sz="quarter" idx="12"/>
          </p:nvPr>
        </p:nvSpPr>
        <p:spPr/>
        <p:txBody>
          <a:bodyPr/>
          <a:lstStyle/>
          <a:p>
            <a:fld id="{21F933C0-24C6-437B-9526-237DDBDD9C2C}" type="slidenum">
              <a:rPr lang="en-IN" smtClean="0"/>
              <a:t>‹#›</a:t>
            </a:fld>
            <a:endParaRPr lang="en-IN"/>
          </a:p>
        </p:txBody>
      </p:sp>
    </p:spTree>
    <p:extLst>
      <p:ext uri="{BB962C8B-B14F-4D97-AF65-F5344CB8AC3E}">
        <p14:creationId xmlns:p14="http://schemas.microsoft.com/office/powerpoint/2010/main" val="32708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2C3FC-19E1-4637-A32F-A2A6A41F41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008F31-0B21-40A4-941E-100D1A13D7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8FF9A5D-2B40-49D7-8C2B-05CA964D83A3}"/>
              </a:ext>
            </a:extLst>
          </p:cNvPr>
          <p:cNvSpPr>
            <a:spLocks noGrp="1"/>
          </p:cNvSpPr>
          <p:nvPr>
            <p:ph type="dt" sz="half" idx="10"/>
          </p:nvPr>
        </p:nvSpPr>
        <p:spPr/>
        <p:txBody>
          <a:bodyPr/>
          <a:lstStyle/>
          <a:p>
            <a:fld id="{F860C2AE-6E7C-4685-9B06-DE5C48EBA36E}" type="datetimeFigureOut">
              <a:rPr lang="en-IN" smtClean="0"/>
              <a:t>08-06-2026</a:t>
            </a:fld>
            <a:endParaRPr lang="en-IN"/>
          </a:p>
        </p:txBody>
      </p:sp>
      <p:sp>
        <p:nvSpPr>
          <p:cNvPr id="5" name="Footer Placeholder 4">
            <a:extLst>
              <a:ext uri="{FF2B5EF4-FFF2-40B4-BE49-F238E27FC236}">
                <a16:creationId xmlns:a16="http://schemas.microsoft.com/office/drawing/2014/main" id="{102B4479-1842-43A3-8D6C-F8D0E764DD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E312DC-8F0D-485D-8852-B8A8060D91AE}"/>
              </a:ext>
            </a:extLst>
          </p:cNvPr>
          <p:cNvSpPr>
            <a:spLocks noGrp="1"/>
          </p:cNvSpPr>
          <p:nvPr>
            <p:ph type="sldNum" sz="quarter" idx="12"/>
          </p:nvPr>
        </p:nvSpPr>
        <p:spPr/>
        <p:txBody>
          <a:bodyPr/>
          <a:lstStyle/>
          <a:p>
            <a:fld id="{21F933C0-24C6-437B-9526-237DDBDD9C2C}" type="slidenum">
              <a:rPr lang="en-IN" smtClean="0"/>
              <a:t>‹#›</a:t>
            </a:fld>
            <a:endParaRPr lang="en-IN"/>
          </a:p>
        </p:txBody>
      </p:sp>
    </p:spTree>
    <p:extLst>
      <p:ext uri="{BB962C8B-B14F-4D97-AF65-F5344CB8AC3E}">
        <p14:creationId xmlns:p14="http://schemas.microsoft.com/office/powerpoint/2010/main" val="2439286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799E7-C067-449D-98AA-A09DF00F47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DBA701-EFEE-4FE2-9570-F6D6EEA489A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896AC33-15A4-418C-9D37-7BBB10030EA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3F02BC3-E58D-4949-9714-BECD21DC573F}"/>
              </a:ext>
            </a:extLst>
          </p:cNvPr>
          <p:cNvSpPr>
            <a:spLocks noGrp="1"/>
          </p:cNvSpPr>
          <p:nvPr>
            <p:ph type="dt" sz="half" idx="10"/>
          </p:nvPr>
        </p:nvSpPr>
        <p:spPr/>
        <p:txBody>
          <a:bodyPr/>
          <a:lstStyle/>
          <a:p>
            <a:fld id="{F860C2AE-6E7C-4685-9B06-DE5C48EBA36E}" type="datetimeFigureOut">
              <a:rPr lang="en-IN" smtClean="0"/>
              <a:t>08-06-2026</a:t>
            </a:fld>
            <a:endParaRPr lang="en-IN"/>
          </a:p>
        </p:txBody>
      </p:sp>
      <p:sp>
        <p:nvSpPr>
          <p:cNvPr id="6" name="Footer Placeholder 5">
            <a:extLst>
              <a:ext uri="{FF2B5EF4-FFF2-40B4-BE49-F238E27FC236}">
                <a16:creationId xmlns:a16="http://schemas.microsoft.com/office/drawing/2014/main" id="{6EF34E0E-F7AE-4968-810E-E68F7FA896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F237C8-E6B7-45CF-9813-0F2DD3673264}"/>
              </a:ext>
            </a:extLst>
          </p:cNvPr>
          <p:cNvSpPr>
            <a:spLocks noGrp="1"/>
          </p:cNvSpPr>
          <p:nvPr>
            <p:ph type="sldNum" sz="quarter" idx="12"/>
          </p:nvPr>
        </p:nvSpPr>
        <p:spPr/>
        <p:txBody>
          <a:bodyPr/>
          <a:lstStyle/>
          <a:p>
            <a:fld id="{21F933C0-24C6-437B-9526-237DDBDD9C2C}" type="slidenum">
              <a:rPr lang="en-IN" smtClean="0"/>
              <a:t>‹#›</a:t>
            </a:fld>
            <a:endParaRPr lang="en-IN"/>
          </a:p>
        </p:txBody>
      </p:sp>
    </p:spTree>
    <p:extLst>
      <p:ext uri="{BB962C8B-B14F-4D97-AF65-F5344CB8AC3E}">
        <p14:creationId xmlns:p14="http://schemas.microsoft.com/office/powerpoint/2010/main" val="2213336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5A2E9-DD1D-407C-B009-75831D4C591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3A5F48-AC8A-42D0-B99A-6C4F2311A5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948254B-CF6D-46C0-B88F-8403DCA43DD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1A7FD95-0886-414E-BF75-F49C725EB3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643FC06-4F54-4F10-BE6E-EFFE6570375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E3AF4DC-39BF-40EB-A2CE-3F109C61226B}"/>
              </a:ext>
            </a:extLst>
          </p:cNvPr>
          <p:cNvSpPr>
            <a:spLocks noGrp="1"/>
          </p:cNvSpPr>
          <p:nvPr>
            <p:ph type="dt" sz="half" idx="10"/>
          </p:nvPr>
        </p:nvSpPr>
        <p:spPr/>
        <p:txBody>
          <a:bodyPr/>
          <a:lstStyle/>
          <a:p>
            <a:fld id="{F860C2AE-6E7C-4685-9B06-DE5C48EBA36E}" type="datetimeFigureOut">
              <a:rPr lang="en-IN" smtClean="0"/>
              <a:t>08-06-2026</a:t>
            </a:fld>
            <a:endParaRPr lang="en-IN"/>
          </a:p>
        </p:txBody>
      </p:sp>
      <p:sp>
        <p:nvSpPr>
          <p:cNvPr id="8" name="Footer Placeholder 7">
            <a:extLst>
              <a:ext uri="{FF2B5EF4-FFF2-40B4-BE49-F238E27FC236}">
                <a16:creationId xmlns:a16="http://schemas.microsoft.com/office/drawing/2014/main" id="{953FEB23-58E4-4453-8947-8D4D45A2AB4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BFD8E6-9340-4AF4-9C91-41517D9855D9}"/>
              </a:ext>
            </a:extLst>
          </p:cNvPr>
          <p:cNvSpPr>
            <a:spLocks noGrp="1"/>
          </p:cNvSpPr>
          <p:nvPr>
            <p:ph type="sldNum" sz="quarter" idx="12"/>
          </p:nvPr>
        </p:nvSpPr>
        <p:spPr/>
        <p:txBody>
          <a:bodyPr/>
          <a:lstStyle/>
          <a:p>
            <a:fld id="{21F933C0-24C6-437B-9526-237DDBDD9C2C}" type="slidenum">
              <a:rPr lang="en-IN" smtClean="0"/>
              <a:t>‹#›</a:t>
            </a:fld>
            <a:endParaRPr lang="en-IN"/>
          </a:p>
        </p:txBody>
      </p:sp>
    </p:spTree>
    <p:extLst>
      <p:ext uri="{BB962C8B-B14F-4D97-AF65-F5344CB8AC3E}">
        <p14:creationId xmlns:p14="http://schemas.microsoft.com/office/powerpoint/2010/main" val="2609955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F8F09-8FD4-4616-A82E-7E7C07BBAD6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74CC5F1-30A8-47D5-A0B8-6660B44C015E}"/>
              </a:ext>
            </a:extLst>
          </p:cNvPr>
          <p:cNvSpPr>
            <a:spLocks noGrp="1"/>
          </p:cNvSpPr>
          <p:nvPr>
            <p:ph type="dt" sz="half" idx="10"/>
          </p:nvPr>
        </p:nvSpPr>
        <p:spPr/>
        <p:txBody>
          <a:bodyPr/>
          <a:lstStyle/>
          <a:p>
            <a:fld id="{F860C2AE-6E7C-4685-9B06-DE5C48EBA36E}" type="datetimeFigureOut">
              <a:rPr lang="en-IN" smtClean="0"/>
              <a:t>08-06-2026</a:t>
            </a:fld>
            <a:endParaRPr lang="en-IN"/>
          </a:p>
        </p:txBody>
      </p:sp>
      <p:sp>
        <p:nvSpPr>
          <p:cNvPr id="4" name="Footer Placeholder 3">
            <a:extLst>
              <a:ext uri="{FF2B5EF4-FFF2-40B4-BE49-F238E27FC236}">
                <a16:creationId xmlns:a16="http://schemas.microsoft.com/office/drawing/2014/main" id="{0B859C23-8F6C-4105-8775-F5009382912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74F37C2-D8F0-4B2C-B2AC-6B787AA36B8F}"/>
              </a:ext>
            </a:extLst>
          </p:cNvPr>
          <p:cNvSpPr>
            <a:spLocks noGrp="1"/>
          </p:cNvSpPr>
          <p:nvPr>
            <p:ph type="sldNum" sz="quarter" idx="12"/>
          </p:nvPr>
        </p:nvSpPr>
        <p:spPr/>
        <p:txBody>
          <a:bodyPr/>
          <a:lstStyle/>
          <a:p>
            <a:fld id="{21F933C0-24C6-437B-9526-237DDBDD9C2C}" type="slidenum">
              <a:rPr lang="en-IN" smtClean="0"/>
              <a:t>‹#›</a:t>
            </a:fld>
            <a:endParaRPr lang="en-IN"/>
          </a:p>
        </p:txBody>
      </p:sp>
    </p:spTree>
    <p:extLst>
      <p:ext uri="{BB962C8B-B14F-4D97-AF65-F5344CB8AC3E}">
        <p14:creationId xmlns:p14="http://schemas.microsoft.com/office/powerpoint/2010/main" val="3994057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07F9F8-6EA0-46D8-A560-A1E25931F7B4}"/>
              </a:ext>
            </a:extLst>
          </p:cNvPr>
          <p:cNvSpPr>
            <a:spLocks noGrp="1"/>
          </p:cNvSpPr>
          <p:nvPr>
            <p:ph type="dt" sz="half" idx="10"/>
          </p:nvPr>
        </p:nvSpPr>
        <p:spPr/>
        <p:txBody>
          <a:bodyPr/>
          <a:lstStyle/>
          <a:p>
            <a:fld id="{F860C2AE-6E7C-4685-9B06-DE5C48EBA36E}" type="datetimeFigureOut">
              <a:rPr lang="en-IN" smtClean="0"/>
              <a:t>08-06-2026</a:t>
            </a:fld>
            <a:endParaRPr lang="en-IN"/>
          </a:p>
        </p:txBody>
      </p:sp>
      <p:sp>
        <p:nvSpPr>
          <p:cNvPr id="3" name="Footer Placeholder 2">
            <a:extLst>
              <a:ext uri="{FF2B5EF4-FFF2-40B4-BE49-F238E27FC236}">
                <a16:creationId xmlns:a16="http://schemas.microsoft.com/office/drawing/2014/main" id="{D2570400-B0B0-481C-AC21-8851755A1D9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77796EF-2387-4370-A4BA-183BFB3F01CD}"/>
              </a:ext>
            </a:extLst>
          </p:cNvPr>
          <p:cNvSpPr>
            <a:spLocks noGrp="1"/>
          </p:cNvSpPr>
          <p:nvPr>
            <p:ph type="sldNum" sz="quarter" idx="12"/>
          </p:nvPr>
        </p:nvSpPr>
        <p:spPr/>
        <p:txBody>
          <a:bodyPr/>
          <a:lstStyle/>
          <a:p>
            <a:fld id="{21F933C0-24C6-437B-9526-237DDBDD9C2C}" type="slidenum">
              <a:rPr lang="en-IN" smtClean="0"/>
              <a:t>‹#›</a:t>
            </a:fld>
            <a:endParaRPr lang="en-IN"/>
          </a:p>
        </p:txBody>
      </p:sp>
    </p:spTree>
    <p:extLst>
      <p:ext uri="{BB962C8B-B14F-4D97-AF65-F5344CB8AC3E}">
        <p14:creationId xmlns:p14="http://schemas.microsoft.com/office/powerpoint/2010/main" val="1068953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FB752-0D4A-41E9-9097-EA89060900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73E774A-ECDA-4B6B-8BC4-007F363AA8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095BF12-7917-420C-BB37-E0392B715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3228CED-4E6E-4D86-8DD2-01A7AF8EB50B}"/>
              </a:ext>
            </a:extLst>
          </p:cNvPr>
          <p:cNvSpPr>
            <a:spLocks noGrp="1"/>
          </p:cNvSpPr>
          <p:nvPr>
            <p:ph type="dt" sz="half" idx="10"/>
          </p:nvPr>
        </p:nvSpPr>
        <p:spPr/>
        <p:txBody>
          <a:bodyPr/>
          <a:lstStyle/>
          <a:p>
            <a:fld id="{F860C2AE-6E7C-4685-9B06-DE5C48EBA36E}" type="datetimeFigureOut">
              <a:rPr lang="en-IN" smtClean="0"/>
              <a:t>08-06-2026</a:t>
            </a:fld>
            <a:endParaRPr lang="en-IN"/>
          </a:p>
        </p:txBody>
      </p:sp>
      <p:sp>
        <p:nvSpPr>
          <p:cNvPr id="6" name="Footer Placeholder 5">
            <a:extLst>
              <a:ext uri="{FF2B5EF4-FFF2-40B4-BE49-F238E27FC236}">
                <a16:creationId xmlns:a16="http://schemas.microsoft.com/office/drawing/2014/main" id="{9E68B2F8-D586-4C4F-9B79-7742433023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B69F22-239C-442D-9AB2-970F5B5F1EBA}"/>
              </a:ext>
            </a:extLst>
          </p:cNvPr>
          <p:cNvSpPr>
            <a:spLocks noGrp="1"/>
          </p:cNvSpPr>
          <p:nvPr>
            <p:ph type="sldNum" sz="quarter" idx="12"/>
          </p:nvPr>
        </p:nvSpPr>
        <p:spPr/>
        <p:txBody>
          <a:bodyPr/>
          <a:lstStyle/>
          <a:p>
            <a:fld id="{21F933C0-24C6-437B-9526-237DDBDD9C2C}" type="slidenum">
              <a:rPr lang="en-IN" smtClean="0"/>
              <a:t>‹#›</a:t>
            </a:fld>
            <a:endParaRPr lang="en-IN"/>
          </a:p>
        </p:txBody>
      </p:sp>
    </p:spTree>
    <p:extLst>
      <p:ext uri="{BB962C8B-B14F-4D97-AF65-F5344CB8AC3E}">
        <p14:creationId xmlns:p14="http://schemas.microsoft.com/office/powerpoint/2010/main" val="1032710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7BC83-C0A9-467F-88C7-38DD72E451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AF31D88-47BD-4B8B-B4EA-F8C1632BCF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C485EB5-D763-4987-8090-31BD2C1F6A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36CA208-122C-4753-8F28-FEB185325544}"/>
              </a:ext>
            </a:extLst>
          </p:cNvPr>
          <p:cNvSpPr>
            <a:spLocks noGrp="1"/>
          </p:cNvSpPr>
          <p:nvPr>
            <p:ph type="dt" sz="half" idx="10"/>
          </p:nvPr>
        </p:nvSpPr>
        <p:spPr/>
        <p:txBody>
          <a:bodyPr/>
          <a:lstStyle/>
          <a:p>
            <a:fld id="{F860C2AE-6E7C-4685-9B06-DE5C48EBA36E}" type="datetimeFigureOut">
              <a:rPr lang="en-IN" smtClean="0"/>
              <a:t>08-06-2026</a:t>
            </a:fld>
            <a:endParaRPr lang="en-IN"/>
          </a:p>
        </p:txBody>
      </p:sp>
      <p:sp>
        <p:nvSpPr>
          <p:cNvPr id="6" name="Footer Placeholder 5">
            <a:extLst>
              <a:ext uri="{FF2B5EF4-FFF2-40B4-BE49-F238E27FC236}">
                <a16:creationId xmlns:a16="http://schemas.microsoft.com/office/drawing/2014/main" id="{355EA79A-8ED3-4825-B628-488419BE10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BBCD08-A936-478F-BD4F-EC88B65CD1BA}"/>
              </a:ext>
            </a:extLst>
          </p:cNvPr>
          <p:cNvSpPr>
            <a:spLocks noGrp="1"/>
          </p:cNvSpPr>
          <p:nvPr>
            <p:ph type="sldNum" sz="quarter" idx="12"/>
          </p:nvPr>
        </p:nvSpPr>
        <p:spPr/>
        <p:txBody>
          <a:bodyPr/>
          <a:lstStyle/>
          <a:p>
            <a:fld id="{21F933C0-24C6-437B-9526-237DDBDD9C2C}" type="slidenum">
              <a:rPr lang="en-IN" smtClean="0"/>
              <a:t>‹#›</a:t>
            </a:fld>
            <a:endParaRPr lang="en-IN"/>
          </a:p>
        </p:txBody>
      </p:sp>
    </p:spTree>
    <p:extLst>
      <p:ext uri="{BB962C8B-B14F-4D97-AF65-F5344CB8AC3E}">
        <p14:creationId xmlns:p14="http://schemas.microsoft.com/office/powerpoint/2010/main" val="4186741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D3685-EAA7-43F4-9130-A36E5FFC9A1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B8E99F-BFA3-48CE-8E86-29C0DF9DF43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0021B1-5377-48FE-85AF-EAA081DDE31D}"/>
              </a:ext>
            </a:extLst>
          </p:cNvPr>
          <p:cNvSpPr>
            <a:spLocks noGrp="1"/>
          </p:cNvSpPr>
          <p:nvPr>
            <p:ph type="dt" sz="half" idx="10"/>
          </p:nvPr>
        </p:nvSpPr>
        <p:spPr/>
        <p:txBody>
          <a:bodyPr/>
          <a:lstStyle/>
          <a:p>
            <a:fld id="{F860C2AE-6E7C-4685-9B06-DE5C48EBA36E}" type="datetimeFigureOut">
              <a:rPr lang="en-IN" smtClean="0"/>
              <a:t>08-06-2026</a:t>
            </a:fld>
            <a:endParaRPr lang="en-IN"/>
          </a:p>
        </p:txBody>
      </p:sp>
      <p:sp>
        <p:nvSpPr>
          <p:cNvPr id="5" name="Footer Placeholder 4">
            <a:extLst>
              <a:ext uri="{FF2B5EF4-FFF2-40B4-BE49-F238E27FC236}">
                <a16:creationId xmlns:a16="http://schemas.microsoft.com/office/drawing/2014/main" id="{2DCB5DAC-0BFF-457E-BA40-EAD4061262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8C75CD-410F-42CF-BE35-5C8BBA73F01C}"/>
              </a:ext>
            </a:extLst>
          </p:cNvPr>
          <p:cNvSpPr>
            <a:spLocks noGrp="1"/>
          </p:cNvSpPr>
          <p:nvPr>
            <p:ph type="sldNum" sz="quarter" idx="12"/>
          </p:nvPr>
        </p:nvSpPr>
        <p:spPr/>
        <p:txBody>
          <a:bodyPr/>
          <a:lstStyle/>
          <a:p>
            <a:fld id="{21F933C0-24C6-437B-9526-237DDBDD9C2C}" type="slidenum">
              <a:rPr lang="en-IN" smtClean="0"/>
              <a:t>‹#›</a:t>
            </a:fld>
            <a:endParaRPr lang="en-IN"/>
          </a:p>
        </p:txBody>
      </p:sp>
    </p:spTree>
    <p:extLst>
      <p:ext uri="{BB962C8B-B14F-4D97-AF65-F5344CB8AC3E}">
        <p14:creationId xmlns:p14="http://schemas.microsoft.com/office/powerpoint/2010/main" val="4011514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BA4839-D918-4FC4-AE58-9C29AE18098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C656C7-4B73-4219-BD8B-C1EF05E4109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8D4593-E1B9-4B59-BD10-0F30EEE20084}"/>
              </a:ext>
            </a:extLst>
          </p:cNvPr>
          <p:cNvSpPr>
            <a:spLocks noGrp="1"/>
          </p:cNvSpPr>
          <p:nvPr>
            <p:ph type="dt" sz="half" idx="10"/>
          </p:nvPr>
        </p:nvSpPr>
        <p:spPr/>
        <p:txBody>
          <a:bodyPr/>
          <a:lstStyle/>
          <a:p>
            <a:fld id="{F860C2AE-6E7C-4685-9B06-DE5C48EBA36E}" type="datetimeFigureOut">
              <a:rPr lang="en-IN" smtClean="0"/>
              <a:t>08-06-2026</a:t>
            </a:fld>
            <a:endParaRPr lang="en-IN"/>
          </a:p>
        </p:txBody>
      </p:sp>
      <p:sp>
        <p:nvSpPr>
          <p:cNvPr id="5" name="Footer Placeholder 4">
            <a:extLst>
              <a:ext uri="{FF2B5EF4-FFF2-40B4-BE49-F238E27FC236}">
                <a16:creationId xmlns:a16="http://schemas.microsoft.com/office/drawing/2014/main" id="{15061F32-0083-4BC4-941F-8D80F57AE5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87338A-8848-46DF-94C8-923477C38D98}"/>
              </a:ext>
            </a:extLst>
          </p:cNvPr>
          <p:cNvSpPr>
            <a:spLocks noGrp="1"/>
          </p:cNvSpPr>
          <p:nvPr>
            <p:ph type="sldNum" sz="quarter" idx="12"/>
          </p:nvPr>
        </p:nvSpPr>
        <p:spPr/>
        <p:txBody>
          <a:bodyPr/>
          <a:lstStyle/>
          <a:p>
            <a:fld id="{21F933C0-24C6-437B-9526-237DDBDD9C2C}" type="slidenum">
              <a:rPr lang="en-IN" smtClean="0"/>
              <a:t>‹#›</a:t>
            </a:fld>
            <a:endParaRPr lang="en-IN"/>
          </a:p>
        </p:txBody>
      </p:sp>
    </p:spTree>
    <p:extLst>
      <p:ext uri="{BB962C8B-B14F-4D97-AF65-F5344CB8AC3E}">
        <p14:creationId xmlns:p14="http://schemas.microsoft.com/office/powerpoint/2010/main" val="2598762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EFCE78-8DDA-4871-8688-134B55904B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66A632-8265-4D22-9F5E-725A0C446E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B533C0-2018-4C40-BE7D-7B1D208933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60C2AE-6E7C-4685-9B06-DE5C48EBA36E}" type="datetimeFigureOut">
              <a:rPr lang="en-IN" smtClean="0"/>
              <a:t>08-06-2026</a:t>
            </a:fld>
            <a:endParaRPr lang="en-IN"/>
          </a:p>
        </p:txBody>
      </p:sp>
      <p:sp>
        <p:nvSpPr>
          <p:cNvPr id="5" name="Footer Placeholder 4">
            <a:extLst>
              <a:ext uri="{FF2B5EF4-FFF2-40B4-BE49-F238E27FC236}">
                <a16:creationId xmlns:a16="http://schemas.microsoft.com/office/drawing/2014/main" id="{73DE4D85-4043-4216-8052-74166B0011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16A253B-2F1C-4797-BF14-60535DF935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F933C0-24C6-437B-9526-237DDBDD9C2C}" type="slidenum">
              <a:rPr lang="en-IN" smtClean="0"/>
              <a:t>‹#›</a:t>
            </a:fld>
            <a:endParaRPr lang="en-IN"/>
          </a:p>
        </p:txBody>
      </p:sp>
    </p:spTree>
    <p:extLst>
      <p:ext uri="{BB962C8B-B14F-4D97-AF65-F5344CB8AC3E}">
        <p14:creationId xmlns:p14="http://schemas.microsoft.com/office/powerpoint/2010/main" val="2812958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E285E-696B-45C6-88A6-ED02D666EA1D}"/>
              </a:ext>
            </a:extLst>
          </p:cNvPr>
          <p:cNvSpPr>
            <a:spLocks noGrp="1"/>
          </p:cNvSpPr>
          <p:nvPr>
            <p:ph type="ctrTitle"/>
          </p:nvPr>
        </p:nvSpPr>
        <p:spPr>
          <a:xfrm>
            <a:off x="941978" y="403847"/>
            <a:ext cx="10308043" cy="3644046"/>
          </a:xfrm>
        </p:spPr>
        <p:txBody>
          <a:bodyPr>
            <a:normAutofit/>
          </a:bodyPr>
          <a:lstStyle/>
          <a:p>
            <a:r>
              <a:rPr lang="en-GB" sz="5400" b="1" dirty="0">
                <a:latin typeface="Times New Roman" panose="02020603050405020304" pitchFamily="18" charset="0"/>
                <a:cs typeface="Times New Roman" panose="02020603050405020304" pitchFamily="18" charset="0"/>
              </a:rPr>
              <a:t>HILLNET GUARDIAN</a:t>
            </a:r>
            <a:br>
              <a:rPr lang="en-GB" sz="5400" b="1" dirty="0">
                <a:latin typeface="Times New Roman" panose="02020603050405020304" pitchFamily="18" charset="0"/>
                <a:cs typeface="Times New Roman" panose="02020603050405020304" pitchFamily="18" charset="0"/>
              </a:rPr>
            </a:br>
            <a:r>
              <a:rPr lang="en-GB" sz="4400" dirty="0">
                <a:latin typeface="Times New Roman" panose="02020603050405020304" pitchFamily="18" charset="0"/>
                <a:cs typeface="Times New Roman" panose="02020603050405020304" pitchFamily="18" charset="0"/>
              </a:rPr>
              <a:t>SMART GSM RESCUE ALERT SYSTEM</a:t>
            </a:r>
            <a:endParaRPr lang="en-IN" sz="4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749E97A-77CD-C454-A54B-A4F6F6D771E1}"/>
              </a:ext>
            </a:extLst>
          </p:cNvPr>
          <p:cNvSpPr txBox="1"/>
          <p:nvPr/>
        </p:nvSpPr>
        <p:spPr>
          <a:xfrm>
            <a:off x="3377260" y="4605454"/>
            <a:ext cx="7872761" cy="1015663"/>
          </a:xfrm>
          <a:prstGeom prst="rect">
            <a:avLst/>
          </a:prstGeom>
          <a:noFill/>
        </p:spPr>
        <p:txBody>
          <a:bodyPr wrap="square" rtlCol="0">
            <a:spAutoFit/>
          </a:bodyPr>
          <a:lstStyle/>
          <a:p>
            <a:pPr algn="r"/>
            <a:r>
              <a:rPr lang="en-US" sz="3200" b="1" dirty="0"/>
              <a:t>AUTHOR</a:t>
            </a:r>
            <a:br>
              <a:rPr lang="en-US" sz="3200" b="1" dirty="0"/>
            </a:br>
            <a:r>
              <a:rPr lang="en-US" sz="2800" dirty="0"/>
              <a:t>VIJAY T</a:t>
            </a:r>
          </a:p>
        </p:txBody>
      </p:sp>
    </p:spTree>
    <p:extLst>
      <p:ext uri="{BB962C8B-B14F-4D97-AF65-F5344CB8AC3E}">
        <p14:creationId xmlns:p14="http://schemas.microsoft.com/office/powerpoint/2010/main" val="922852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68680"/>
            <a:ext cx="10515600" cy="5308283"/>
          </a:xfrm>
        </p:spPr>
        <p:txBody>
          <a:bodyPr>
            <a:normAutofit/>
          </a:bodyPr>
          <a:lstStyle/>
          <a:p>
            <a:pPr marL="0" indent="0" algn="ctr">
              <a:buNone/>
            </a:pPr>
            <a:r>
              <a:rPr lang="en-US" sz="2400" b="1" u="sng" dirty="0">
                <a:latin typeface="Times New Roman" pitchFamily="18" charset="0"/>
                <a:cs typeface="Times New Roman" pitchFamily="18" charset="0"/>
              </a:rPr>
              <a:t>ABSTARCT</a:t>
            </a:r>
          </a:p>
          <a:p>
            <a:pPr marL="0" indent="0" algn="ctr">
              <a:buNone/>
            </a:pPr>
            <a:endParaRPr lang="en-US" sz="2400" b="1" u="sng" dirty="0">
              <a:latin typeface="Times New Roman" pitchFamily="18" charset="0"/>
              <a:cs typeface="Times New Roman" pitchFamily="18" charset="0"/>
            </a:endParaRPr>
          </a:p>
          <a:p>
            <a:pPr marL="0" indent="0" algn="just">
              <a:lnSpc>
                <a:spcPct val="100000"/>
              </a:lnSpc>
              <a:buNone/>
            </a:pPr>
            <a:r>
              <a:rPr lang="en-US" sz="2200" dirty="0">
                <a:latin typeface="Times New Roman" panose="02020603050405020304" pitchFamily="18" charset="0"/>
                <a:cs typeface="Times New Roman" panose="02020603050405020304" pitchFamily="18" charset="0"/>
              </a:rPr>
              <a:t>The Increasing Number of Accidents in Hilly and Remote Areas Highlights. The Need for a Reliable Emergency Alert System. Due to Poor Network Access and Delayed Communication, Rescue Operations are Often Slow, Leading to Severe Consequences. </a:t>
            </a:r>
            <a:r>
              <a:rPr lang="en-US" sz="2200" b="1" dirty="0">
                <a:latin typeface="Times New Roman" panose="02020603050405020304" pitchFamily="18" charset="0"/>
                <a:cs typeface="Times New Roman" panose="02020603050405020304" pitchFamily="18" charset="0"/>
              </a:rPr>
              <a:t>HILLNET GUARDIAN – SMART GSM RESCUE ALERT</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SYSTEM</a:t>
            </a:r>
            <a:r>
              <a:rPr lang="en-US" sz="2200" dirty="0">
                <a:latin typeface="Times New Roman" panose="02020603050405020304" pitchFamily="18" charset="0"/>
                <a:cs typeface="Times New Roman" panose="02020603050405020304" pitchFamily="18" charset="0"/>
              </a:rPr>
              <a:t> is designed to Provide Immediate Assistance by Automatically Detecting Accidents or Abnormal Conditions using Sensors Connected to a Microcontroller.</a:t>
            </a:r>
          </a:p>
          <a:p>
            <a:pPr marL="0" indent="0" algn="just">
              <a:lnSpc>
                <a:spcPct val="100000"/>
              </a:lnSpc>
              <a:buNone/>
            </a:pPr>
            <a:r>
              <a:rPr lang="en-US" sz="2200" dirty="0">
                <a:latin typeface="Times New Roman" panose="02020603050405020304" pitchFamily="18" charset="0"/>
                <a:cs typeface="Times New Roman" panose="02020603050405020304" pitchFamily="18" charset="0"/>
              </a:rPr>
              <a:t>When an Emergency is Detected, The System sends an Alert Message through a GSM Module along with the Exact Location obtained from a GPS Module. This Enables Rescue Teams or Emergency Contacts to Quickly Identify the Accident Spot and Take Necessary Action. The Main Objective of this Project is to Ensure Faster Rescue Response and Improve Safety in Hilly Terrains.</a:t>
            </a:r>
          </a:p>
        </p:txBody>
      </p:sp>
    </p:spTree>
    <p:extLst>
      <p:ext uri="{BB962C8B-B14F-4D97-AF65-F5344CB8AC3E}">
        <p14:creationId xmlns:p14="http://schemas.microsoft.com/office/powerpoint/2010/main" val="839875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3965" y="788276"/>
            <a:ext cx="10515600" cy="5388687"/>
          </a:xfrm>
        </p:spPr>
        <p:txBody>
          <a:bodyPr/>
          <a:lstStyle/>
          <a:p>
            <a:pPr marL="0" indent="0" algn="ctr">
              <a:buNone/>
            </a:pPr>
            <a:r>
              <a:rPr lang="en-US" sz="2400" b="1" u="sng" dirty="0">
                <a:latin typeface="Times New Roman" pitchFamily="18" charset="0"/>
                <a:cs typeface="Times New Roman" pitchFamily="18" charset="0"/>
              </a:rPr>
              <a:t>PURPOSE</a:t>
            </a:r>
            <a:endParaRPr lang="en-US" dirty="0">
              <a:latin typeface="Times New Roman" pitchFamily="18" charset="0"/>
              <a:cs typeface="Times New Roman" pitchFamily="18" charset="0"/>
            </a:endParaRPr>
          </a:p>
          <a:p>
            <a:pPr marL="0" indent="0" algn="just">
              <a:lnSpc>
                <a:spcPct val="100000"/>
              </a:lnSpc>
              <a:buNone/>
            </a:pPr>
            <a:r>
              <a:rPr lang="en-US" sz="2400" dirty="0">
                <a:latin typeface="Times New Roman" panose="02020603050405020304" pitchFamily="18" charset="0"/>
                <a:cs typeface="Times New Roman" panose="02020603050405020304" pitchFamily="18" charset="0"/>
              </a:rPr>
              <a:t>Accidents and emergencies in hilly and remote areas often go unnoticed due to poor communication and delayed reporting, increasing the risk to victims. Therefore, a reliable automated system is required to quickly detect such incidents and immediately alert rescue teams with accurate location details. Developing this system is essential to ensure faster response, reduce casualties, and improve safety in isolated regions.</a:t>
            </a:r>
          </a:p>
        </p:txBody>
      </p:sp>
      <p:pic>
        <p:nvPicPr>
          <p:cNvPr id="6" name="Picture 5">
            <a:extLst>
              <a:ext uri="{FF2B5EF4-FFF2-40B4-BE49-F238E27FC236}">
                <a16:creationId xmlns:a16="http://schemas.microsoft.com/office/drawing/2014/main" id="{09C30515-358E-40B6-8BFF-C12DED527E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23654" y="3621088"/>
            <a:ext cx="4544691" cy="3067666"/>
          </a:xfrm>
          <a:prstGeom prst="rect">
            <a:avLst/>
          </a:prstGeom>
        </p:spPr>
      </p:pic>
      <p:sp>
        <p:nvSpPr>
          <p:cNvPr id="7" name="Rectangle 6">
            <a:extLst>
              <a:ext uri="{FF2B5EF4-FFF2-40B4-BE49-F238E27FC236}">
                <a16:creationId xmlns:a16="http://schemas.microsoft.com/office/drawing/2014/main" id="{4EFB176B-0E3D-408E-859F-19244D6A5FC5}"/>
              </a:ext>
            </a:extLst>
          </p:cNvPr>
          <p:cNvSpPr/>
          <p:nvPr/>
        </p:nvSpPr>
        <p:spPr>
          <a:xfrm>
            <a:off x="4137540" y="6237482"/>
            <a:ext cx="4230805" cy="5117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DDEA738C-E5A1-414C-B331-E8DC15D542FC}"/>
              </a:ext>
            </a:extLst>
          </p:cNvPr>
          <p:cNvSpPr/>
          <p:nvPr/>
        </p:nvSpPr>
        <p:spPr>
          <a:xfrm>
            <a:off x="2947115" y="6092609"/>
            <a:ext cx="1342103" cy="63418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19752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AFA0E4-403A-40B7-85C1-A8BBE551DBD6}"/>
              </a:ext>
            </a:extLst>
          </p:cNvPr>
          <p:cNvSpPr>
            <a:spLocks noGrp="1"/>
          </p:cNvSpPr>
          <p:nvPr>
            <p:ph type="ctrTitle"/>
          </p:nvPr>
        </p:nvSpPr>
        <p:spPr>
          <a:xfrm>
            <a:off x="507876" y="191638"/>
            <a:ext cx="5466897" cy="2767817"/>
          </a:xfrm>
        </p:spPr>
        <p:txBody>
          <a:bodyPr>
            <a:noAutofit/>
          </a:bodyPr>
          <a:lstStyle/>
          <a:p>
            <a:pPr algn="l">
              <a:lnSpc>
                <a:spcPct val="100000"/>
              </a:lnSpc>
            </a:pPr>
            <a:r>
              <a:rPr lang="en-US" sz="2200" b="1" u="sng" dirty="0">
                <a:latin typeface="Times New Roman" panose="02020603050405020304" pitchFamily="18" charset="0"/>
                <a:cs typeface="Times New Roman" panose="02020603050405020304" pitchFamily="18" charset="0"/>
              </a:rPr>
              <a:t>OBJECTIVES</a:t>
            </a:r>
            <a:br>
              <a:rPr lang="en-US" sz="2200" b="1"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1.INSTANT ACCIDENT NOTIFICATION.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2.ACCIDENT SPOT TRACKING.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3.SAFETY DRIVING.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4.REMOTE LOCATION ACCESS BY GSM &amp; GPS.</a:t>
            </a:r>
            <a:br>
              <a:rPr lang="en-US" sz="18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endParaRPr lang="en-IN" sz="2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8143FCD-E7E0-98C7-E6F7-0B450ACE012D}"/>
              </a:ext>
            </a:extLst>
          </p:cNvPr>
          <p:cNvSpPr txBox="1"/>
          <p:nvPr/>
        </p:nvSpPr>
        <p:spPr>
          <a:xfrm>
            <a:off x="5974773" y="422545"/>
            <a:ext cx="6094268" cy="2369880"/>
          </a:xfrm>
          <a:prstGeom prst="rect">
            <a:avLst/>
          </a:prstGeom>
          <a:noFill/>
        </p:spPr>
        <p:txBody>
          <a:bodyPr wrap="square">
            <a:spAutoFit/>
          </a:bodyPr>
          <a:lstStyle/>
          <a:p>
            <a:r>
              <a:rPr lang="en-US" sz="2200" b="1" u="sng" dirty="0">
                <a:latin typeface="Times New Roman" panose="02020603050405020304" pitchFamily="18" charset="0"/>
                <a:cs typeface="Times New Roman" panose="02020603050405020304" pitchFamily="18" charset="0"/>
              </a:rPr>
              <a:t>COMPONENTS </a:t>
            </a:r>
            <a:r>
              <a:rPr lang="en-US" sz="2200" u="sng" dirty="0">
                <a:latin typeface="Times New Roman" panose="02020603050405020304" pitchFamily="18" charset="0"/>
                <a:cs typeface="Times New Roman" panose="02020603050405020304" pitchFamily="18" charset="0"/>
              </a:rPr>
              <a:t> </a:t>
            </a:r>
            <a:r>
              <a:rPr lang="en-US" sz="2200" b="1" u="sng" dirty="0">
                <a:latin typeface="Times New Roman" panose="02020603050405020304" pitchFamily="18" charset="0"/>
                <a:cs typeface="Times New Roman" panose="02020603050405020304" pitchFamily="18" charset="0"/>
              </a:rPr>
              <a:t>REQUIRED</a:t>
            </a:r>
            <a:br>
              <a:rPr lang="en-US" sz="1800" b="1" u="sng"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1.ARDUINO NANO.</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2.ADXL 345 - ACCELEROMETER GRAVITY SENSOR.</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3.AC TO DC CONVERTER.</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4.SIM800L GSM MODULE.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5.NEO - 6M GPS MODULE.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6.BUCK CONVERTER.</a:t>
            </a:r>
            <a:endParaRPr lang="en-IN" dirty="0"/>
          </a:p>
        </p:txBody>
      </p:sp>
      <p:sp>
        <p:nvSpPr>
          <p:cNvPr id="7" name="AutoShape 2" descr="Generated image">
            <a:extLst>
              <a:ext uri="{FF2B5EF4-FFF2-40B4-BE49-F238E27FC236}">
                <a16:creationId xmlns:a16="http://schemas.microsoft.com/office/drawing/2014/main" id="{09A5C6DA-3C61-C8B8-4846-7C5B8BDE1EA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Generated image">
            <a:extLst>
              <a:ext uri="{FF2B5EF4-FFF2-40B4-BE49-F238E27FC236}">
                <a16:creationId xmlns:a16="http://schemas.microsoft.com/office/drawing/2014/main" id="{D45E7E7B-20D6-49DA-85FB-58C0147BD3F7}"/>
              </a:ext>
            </a:extLst>
          </p:cNvPr>
          <p:cNvSpPr>
            <a:spLocks noChangeAspect="1" noChangeArrowheads="1"/>
          </p:cNvSpPr>
          <p:nvPr/>
        </p:nvSpPr>
        <p:spPr bwMode="auto">
          <a:xfrm>
            <a:off x="6095999" y="3428999"/>
            <a:ext cx="1797627" cy="179762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Generated image">
            <a:extLst>
              <a:ext uri="{FF2B5EF4-FFF2-40B4-BE49-F238E27FC236}">
                <a16:creationId xmlns:a16="http://schemas.microsoft.com/office/drawing/2014/main" id="{6ED10EF6-54C0-0441-A93F-E066661E0DB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 name="Picture 12">
            <a:extLst>
              <a:ext uri="{FF2B5EF4-FFF2-40B4-BE49-F238E27FC236}">
                <a16:creationId xmlns:a16="http://schemas.microsoft.com/office/drawing/2014/main" id="{78B84E78-B33A-642B-4316-9BB33F1602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6832" y="2881762"/>
            <a:ext cx="6473536" cy="3570992"/>
          </a:xfrm>
          <a:prstGeom prst="rect">
            <a:avLst/>
          </a:prstGeom>
        </p:spPr>
      </p:pic>
    </p:spTree>
    <p:extLst>
      <p:ext uri="{BB962C8B-B14F-4D97-AF65-F5344CB8AC3E}">
        <p14:creationId xmlns:p14="http://schemas.microsoft.com/office/powerpoint/2010/main" val="1138807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125375-A84E-4959-BC96-E02AC670D41D}"/>
              </a:ext>
            </a:extLst>
          </p:cNvPr>
          <p:cNvSpPr>
            <a:spLocks noGrp="1"/>
          </p:cNvSpPr>
          <p:nvPr>
            <p:ph idx="1"/>
          </p:nvPr>
        </p:nvSpPr>
        <p:spPr>
          <a:xfrm>
            <a:off x="546735" y="101600"/>
            <a:ext cx="5646247" cy="6647543"/>
          </a:xfrm>
        </p:spPr>
        <p:txBody>
          <a:bodyPr>
            <a:noAutofit/>
          </a:bodyPr>
          <a:lstStyle/>
          <a:p>
            <a:pPr marL="0" indent="0" algn="ctr">
              <a:lnSpc>
                <a:spcPct val="150000"/>
              </a:lnSpc>
              <a:buNone/>
            </a:pPr>
            <a:r>
              <a:rPr lang="en-US" sz="1900" b="1" u="sng" dirty="0">
                <a:latin typeface="Times New Roman" panose="02020603050405020304" pitchFamily="18" charset="0"/>
                <a:cs typeface="Times New Roman" panose="02020603050405020304" pitchFamily="18" charset="0"/>
              </a:rPr>
              <a:t>WORKING</a:t>
            </a:r>
          </a:p>
          <a:p>
            <a:pPr>
              <a:lnSpc>
                <a:spcPct val="150000"/>
              </a:lnSpc>
            </a:pPr>
            <a:r>
              <a:rPr lang="en-US" sz="1900" dirty="0">
                <a:latin typeface="Times New Roman" panose="02020603050405020304" pitchFamily="18" charset="0"/>
                <a:cs typeface="Times New Roman" panose="02020603050405020304" pitchFamily="18" charset="0"/>
              </a:rPr>
              <a:t>The Accelerometer Continuously Monitors Movement, Tilt, and Vibration.</a:t>
            </a:r>
          </a:p>
          <a:p>
            <a:pPr>
              <a:lnSpc>
                <a:spcPct val="150000"/>
              </a:lnSpc>
            </a:pPr>
            <a:r>
              <a:rPr lang="en-US" sz="1900" dirty="0">
                <a:latin typeface="Times New Roman" panose="02020603050405020304" pitchFamily="18" charset="0"/>
                <a:cs typeface="Times New Roman" panose="02020603050405020304" pitchFamily="18" charset="0"/>
              </a:rPr>
              <a:t>If Sudden Impact or Abnormal Motion is Detected, It Sends a Signal to the Arduino Nano.</a:t>
            </a:r>
          </a:p>
          <a:p>
            <a:pPr>
              <a:lnSpc>
                <a:spcPct val="150000"/>
              </a:lnSpc>
            </a:pPr>
            <a:r>
              <a:rPr lang="en-US" sz="1900" dirty="0">
                <a:latin typeface="Times New Roman" panose="02020603050405020304" pitchFamily="18" charset="0"/>
                <a:cs typeface="Times New Roman" panose="02020603050405020304" pitchFamily="18" charset="0"/>
              </a:rPr>
              <a:t>The Arduino Processes the Signal and Confirms the Emergency Condition.</a:t>
            </a:r>
          </a:p>
          <a:p>
            <a:pPr>
              <a:lnSpc>
                <a:spcPct val="150000"/>
              </a:lnSpc>
            </a:pPr>
            <a:r>
              <a:rPr lang="en-US" sz="1900" dirty="0">
                <a:latin typeface="Times New Roman" panose="02020603050405020304" pitchFamily="18" charset="0"/>
                <a:cs typeface="Times New Roman" panose="02020603050405020304" pitchFamily="18" charset="0"/>
              </a:rPr>
              <a:t>The Arduino Collects the Current Location from the NEO-6M GPS Module.</a:t>
            </a:r>
          </a:p>
          <a:p>
            <a:pPr>
              <a:lnSpc>
                <a:spcPct val="150000"/>
              </a:lnSpc>
            </a:pPr>
            <a:r>
              <a:rPr lang="en-US" sz="1900" dirty="0">
                <a:latin typeface="Times New Roman" panose="02020603050405020304" pitchFamily="18" charset="0"/>
                <a:cs typeface="Times New Roman" panose="02020603050405020304" pitchFamily="18" charset="0"/>
              </a:rPr>
              <a:t>The Sim800L GSM Module sends an Alert Message with Location Details to Emergency Contacts.</a:t>
            </a:r>
          </a:p>
          <a:p>
            <a:pPr>
              <a:lnSpc>
                <a:spcPct val="150000"/>
              </a:lnSpc>
            </a:pPr>
            <a:r>
              <a:rPr lang="en-US" sz="1900" dirty="0">
                <a:latin typeface="Times New Roman" panose="02020603050405020304" pitchFamily="18" charset="0"/>
                <a:cs typeface="Times New Roman" panose="02020603050405020304" pitchFamily="18" charset="0"/>
              </a:rPr>
              <a:t>Rescue Teams Receive the Message and Take Necessary Action Immediately.</a:t>
            </a:r>
          </a:p>
        </p:txBody>
      </p:sp>
      <p:sp>
        <p:nvSpPr>
          <p:cNvPr id="2" name="Rectangle 1"/>
          <p:cNvSpPr/>
          <p:nvPr/>
        </p:nvSpPr>
        <p:spPr>
          <a:xfrm>
            <a:off x="7640955" y="6191250"/>
            <a:ext cx="2194560" cy="209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517AEDC-7E2C-C6F7-9F5E-E489407142D8}"/>
              </a:ext>
            </a:extLst>
          </p:cNvPr>
          <p:cNvPicPr>
            <a:picLocks noChangeAspect="1"/>
          </p:cNvPicPr>
          <p:nvPr/>
        </p:nvPicPr>
        <p:blipFill rotWithShape="1">
          <a:blip r:embed="rId2">
            <a:extLst>
              <a:ext uri="{28A0092B-C50C-407E-A947-70E740481C1C}">
                <a14:useLocalDpi xmlns:a14="http://schemas.microsoft.com/office/drawing/2010/main" val="0"/>
              </a:ext>
            </a:extLst>
          </a:blip>
          <a:srcRect t="13342"/>
          <a:stretch/>
        </p:blipFill>
        <p:spPr>
          <a:xfrm>
            <a:off x="6279053" y="1062182"/>
            <a:ext cx="5646247" cy="4619341"/>
          </a:xfrm>
          <a:prstGeom prst="rect">
            <a:avLst/>
          </a:prstGeom>
        </p:spPr>
      </p:pic>
    </p:spTree>
    <p:extLst>
      <p:ext uri="{BB962C8B-B14F-4D97-AF65-F5344CB8AC3E}">
        <p14:creationId xmlns:p14="http://schemas.microsoft.com/office/powerpoint/2010/main" val="3099964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BBDD65-8F40-4C66-9932-DA60A519AC62}"/>
              </a:ext>
            </a:extLst>
          </p:cNvPr>
          <p:cNvSpPr>
            <a:spLocks noGrp="1"/>
          </p:cNvSpPr>
          <p:nvPr>
            <p:ph idx="1"/>
          </p:nvPr>
        </p:nvSpPr>
        <p:spPr>
          <a:xfrm>
            <a:off x="838200" y="562708"/>
            <a:ext cx="10515600" cy="5614255"/>
          </a:xfrm>
        </p:spPr>
        <p:txBody>
          <a:bodyPr>
            <a:normAutofit/>
          </a:bodyPr>
          <a:lstStyle/>
          <a:p>
            <a:pPr marL="0" indent="0" algn="ctr">
              <a:buNone/>
            </a:pPr>
            <a:endParaRPr lang="en-US" sz="2400" b="1" u="sng" dirty="0">
              <a:latin typeface="Times New Roman" panose="02020603050405020304" pitchFamily="18" charset="0"/>
              <a:cs typeface="Times New Roman" panose="02020603050405020304" pitchFamily="18" charset="0"/>
            </a:endParaRPr>
          </a:p>
          <a:p>
            <a:pPr marL="0" indent="0" algn="ctr">
              <a:buNone/>
            </a:pPr>
            <a:r>
              <a:rPr lang="en-US" sz="2400" b="1" u="sng" dirty="0">
                <a:latin typeface="Times New Roman" panose="02020603050405020304" pitchFamily="18" charset="0"/>
                <a:cs typeface="Times New Roman" panose="02020603050405020304" pitchFamily="18" charset="0"/>
              </a:rPr>
              <a:t>APPLICATIONS</a:t>
            </a:r>
            <a:endParaRPr lang="en-US" sz="1400" b="1" u="sng"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Used in hilly &amp; mountainous regions to detect accidents &amp; send emergency alerts.</a:t>
            </a:r>
          </a:p>
          <a:p>
            <a:pPr>
              <a:lnSpc>
                <a:spcPct val="150000"/>
              </a:lnSpc>
            </a:pPr>
            <a:r>
              <a:rPr lang="en-US" sz="2400" dirty="0">
                <a:latin typeface="Times New Roman" panose="02020603050405020304" pitchFamily="18" charset="0"/>
                <a:cs typeface="Times New Roman" panose="02020603050405020304" pitchFamily="18" charset="0"/>
              </a:rPr>
              <a:t>Helpful for tourist vehicles traveling in remote areas.</a:t>
            </a:r>
          </a:p>
          <a:p>
            <a:pPr>
              <a:lnSpc>
                <a:spcPct val="150000"/>
              </a:lnSpc>
            </a:pPr>
            <a:r>
              <a:rPr lang="en-US" sz="2400" dirty="0">
                <a:latin typeface="Times New Roman" panose="02020603050405020304" pitchFamily="18" charset="0"/>
                <a:cs typeface="Times New Roman" panose="02020603050405020304" pitchFamily="18" charset="0"/>
              </a:rPr>
              <a:t>Can be used in forest patrol vehicles and wildlife monitoring units.</a:t>
            </a:r>
          </a:p>
          <a:p>
            <a:pPr>
              <a:lnSpc>
                <a:spcPct val="150000"/>
              </a:lnSpc>
            </a:pPr>
            <a:r>
              <a:rPr lang="en-US" sz="2400" dirty="0">
                <a:latin typeface="Times New Roman" panose="02020603050405020304" pitchFamily="18" charset="0"/>
                <a:cs typeface="Times New Roman" panose="02020603050405020304" pitchFamily="18" charset="0"/>
              </a:rPr>
              <a:t>Suitable for emergency safety systems in remote construction or mining sites.</a:t>
            </a:r>
          </a:p>
          <a:p>
            <a:pPr>
              <a:lnSpc>
                <a:spcPct val="150000"/>
              </a:lnSpc>
            </a:pPr>
            <a:r>
              <a:rPr lang="en-US" sz="2400" dirty="0">
                <a:latin typeface="Times New Roman" panose="02020603050405020304" pitchFamily="18" charset="0"/>
                <a:cs typeface="Times New Roman" panose="02020603050405020304" pitchFamily="18" charset="0"/>
              </a:rPr>
              <a:t>Useful for personal safety devices for trekkers and adventure travelers.</a:t>
            </a:r>
          </a:p>
          <a:p>
            <a:pPr>
              <a:lnSpc>
                <a:spcPct val="150000"/>
              </a:lnSpc>
            </a:pPr>
            <a:r>
              <a:rPr lang="en-US" sz="2400" dirty="0">
                <a:latin typeface="Times New Roman" panose="02020603050405020304" pitchFamily="18" charset="0"/>
                <a:cs typeface="Times New Roman" panose="02020603050405020304" pitchFamily="18" charset="0"/>
              </a:rPr>
              <a:t>Can be implemented in rural transportation systems for quick rescue response.</a:t>
            </a:r>
          </a:p>
        </p:txBody>
      </p:sp>
    </p:spTree>
    <p:extLst>
      <p:ext uri="{BB962C8B-B14F-4D97-AF65-F5344CB8AC3E}">
        <p14:creationId xmlns:p14="http://schemas.microsoft.com/office/powerpoint/2010/main" val="1538504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0F8DA1-82E5-4B9E-9D2F-313CCA4F193F}"/>
              </a:ext>
            </a:extLst>
          </p:cNvPr>
          <p:cNvSpPr>
            <a:spLocks noGrp="1"/>
          </p:cNvSpPr>
          <p:nvPr>
            <p:ph idx="1"/>
          </p:nvPr>
        </p:nvSpPr>
        <p:spPr>
          <a:xfrm>
            <a:off x="838200" y="766618"/>
            <a:ext cx="10515600" cy="5126182"/>
          </a:xfrm>
        </p:spPr>
        <p:txBody>
          <a:bodyPr>
            <a:normAutofit/>
          </a:bodyPr>
          <a:lstStyle/>
          <a:p>
            <a:pPr marL="0" indent="0" algn="ctr">
              <a:buNone/>
            </a:pPr>
            <a:endParaRPr lang="en-US" sz="2400" b="1" u="sng" dirty="0">
              <a:latin typeface="Times New Roman" panose="02020603050405020304" pitchFamily="18" charset="0"/>
              <a:cs typeface="Times New Roman" panose="02020603050405020304" pitchFamily="18" charset="0"/>
            </a:endParaRPr>
          </a:p>
          <a:p>
            <a:pPr marL="0" indent="0" algn="ctr">
              <a:buNone/>
            </a:pPr>
            <a:r>
              <a:rPr lang="en-US" sz="2400" b="1" u="sng" dirty="0">
                <a:latin typeface="Times New Roman" panose="02020603050405020304" pitchFamily="18" charset="0"/>
                <a:cs typeface="Times New Roman" panose="02020603050405020304" pitchFamily="18" charset="0"/>
              </a:rPr>
              <a:t>RESULT &amp; CONCLUSION</a:t>
            </a:r>
          </a:p>
          <a:p>
            <a:pPr marL="0" indent="0" algn="ctr">
              <a:buNone/>
            </a:pPr>
            <a:endParaRPr lang="en-US" sz="2000" b="1" u="sng" dirty="0">
              <a:latin typeface="Times New Roman" panose="02020603050405020304" pitchFamily="18" charset="0"/>
              <a:cs typeface="Times New Roman" panose="02020603050405020304" pitchFamily="18" charset="0"/>
            </a:endParaRPr>
          </a:p>
          <a:p>
            <a:pPr marL="0" indent="0" algn="just">
              <a:lnSpc>
                <a:spcPct val="150000"/>
              </a:lnSpc>
              <a:buNone/>
            </a:pPr>
            <a:r>
              <a:rPr lang="en-US" sz="2200" dirty="0">
                <a:latin typeface="Times New Roman" panose="02020603050405020304" pitchFamily="18" charset="0"/>
                <a:cs typeface="Times New Roman" panose="02020603050405020304" pitchFamily="18" charset="0"/>
              </a:rPr>
              <a:t>The HILLNET GUARDIAN – SMART GSM RESCUE ALERT system effectively detects accidents or abnormal movements using the accelerometer sensor and immediately sends an alert message with accurate GPS location through the GSM module. The project demonstrates reliable performance in identifying emergencies and enabling faster rescue response in hilly and remote areas. Hence, it provides a cost-effective, efficient, and practical solution to improve safety and reduce response time during critical situations.</a:t>
            </a:r>
            <a:endParaRPr lang="en-IN" sz="22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6089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C24556-B276-413B-B104-4FB5D606942B}"/>
              </a:ext>
            </a:extLst>
          </p:cNvPr>
          <p:cNvSpPr>
            <a:spLocks noGrp="1"/>
          </p:cNvSpPr>
          <p:nvPr>
            <p:ph type="title"/>
          </p:nvPr>
        </p:nvSpPr>
        <p:spPr/>
        <p:txBody>
          <a:bodyPr>
            <a:normAutofit fontScale="90000"/>
          </a:bodyPr>
          <a:lstStyle/>
          <a:p>
            <a:pPr algn="ct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IN" b="1" u="sng" dirty="0">
              <a:latin typeface="Times New Roman" panose="02020603050405020304" pitchFamily="18" charset="0"/>
              <a:cs typeface="Times New Roman" panose="02020603050405020304" pitchFamily="18" charset="0"/>
            </a:endParaRPr>
          </a:p>
        </p:txBody>
      </p:sp>
      <p:sp>
        <p:nvSpPr>
          <p:cNvPr id="2" name="TextBox 1"/>
          <p:cNvSpPr txBox="1"/>
          <p:nvPr/>
        </p:nvSpPr>
        <p:spPr>
          <a:xfrm>
            <a:off x="3802740" y="2719069"/>
            <a:ext cx="4184159" cy="938719"/>
          </a:xfrm>
          <a:prstGeom prst="rect">
            <a:avLst/>
          </a:prstGeom>
          <a:noFill/>
        </p:spPr>
        <p:txBody>
          <a:bodyPr wrap="none" rtlCol="0">
            <a:spAutoFit/>
          </a:bodyPr>
          <a:lstStyle/>
          <a:p>
            <a:r>
              <a:rPr lang="en-US" sz="5500" dirty="0">
                <a:latin typeface="Times New Roman" panose="02020603050405020304" pitchFamily="18" charset="0"/>
                <a:cs typeface="Times New Roman" panose="02020603050405020304" pitchFamily="18" charset="0"/>
              </a:rPr>
              <a:t>THANKYOU</a:t>
            </a:r>
          </a:p>
        </p:txBody>
      </p:sp>
    </p:spTree>
    <p:extLst>
      <p:ext uri="{BB962C8B-B14F-4D97-AF65-F5344CB8AC3E}">
        <p14:creationId xmlns:p14="http://schemas.microsoft.com/office/powerpoint/2010/main" val="2724982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381</TotalTime>
  <Words>536</Words>
  <Application>Microsoft Office PowerPoint</Application>
  <PresentationFormat>Widescreen</PresentationFormat>
  <Paragraphs>31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HILLNET GUARDIAN SMART GSM RESCUE ALERT SYSTEM</vt:lpstr>
      <vt:lpstr>PowerPoint Presentation</vt:lpstr>
      <vt:lpstr>PowerPoint Presentation</vt:lpstr>
      <vt:lpstr>OBJECTIVES  1.INSTANT ACCIDENT NOTIFICATION. 2.ACCIDENT SPOT TRACKING. 3.SAFETY DRIVING. 4.REMOTE LOCATION ACCESS BY GSM &amp; GPS.  </vt:lpstr>
      <vt:lpstr>PowerPoint Presentation</vt:lpstr>
      <vt:lpstr>PowerPoint Presentation</vt:lpstr>
      <vt:lpstr>PowerPoint Presentation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&amp; Implementation of Vehicle Accident Alert System </dc:title>
  <dc:creator>Admin</dc:creator>
  <cp:lastModifiedBy>Vijay T</cp:lastModifiedBy>
  <cp:revision>161</cp:revision>
  <dcterms:created xsi:type="dcterms:W3CDTF">2025-04-06T05:55:48Z</dcterms:created>
  <dcterms:modified xsi:type="dcterms:W3CDTF">2026-06-08T15:28:12Z</dcterms:modified>
</cp:coreProperties>
</file>